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4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70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day, Professor Tarrazona and classmates. I am Kenny Ray Tadena from IT5L.</a:t>
            </a:r>
          </a:p>
          <a:p>
            <a:endParaRPr/>
          </a:p>
          <a:p>
            <a:r>
              <a:t>Today I'm presenting the Inventory System version 1.0.0 — an enterprise-grade </a:t>
            </a:r>
          </a:p>
          <a:p>
            <a:r>
              <a:t>inventory management solution designed specifically for computer parts retailers.</a:t>
            </a:r>
          </a:p>
          <a:p>
            <a:endParaRPr/>
          </a:p>
          <a:p>
            <a:r>
              <a:t>What makes this system unique is its integration of Business Intelligence </a:t>
            </a:r>
          </a:p>
          <a:p>
            <a:r>
              <a:t>analytics, including predictive restocking alerts and a proprietary Health </a:t>
            </a:r>
          </a:p>
          <a:p>
            <a:r>
              <a:t>Score algorithm that rates every product on a 0-100 scale.</a:t>
            </a:r>
          </a:p>
          <a:p>
            <a:endParaRPr/>
          </a:p>
          <a:p>
            <a:r>
              <a:t>The system is built as a "Zero-Tinker" portable application — it creates its </a:t>
            </a:r>
          </a:p>
          <a:p>
            <a:r>
              <a:t>own database and folders automatically, requiring no installation or configuration.</a:t>
            </a:r>
          </a:p>
          <a:p>
            <a:endParaRPr/>
          </a:p>
          <a:p>
            <a:r>
              <a:t>Let's begin with the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Inventory System was born from a simple observation: existing inventory </a:t>
            </a:r>
          </a:p>
          <a:p>
            <a:r>
              <a:t>applications answer "What do we have?" but fail to answer critical business </a:t>
            </a:r>
          </a:p>
          <a:p>
            <a:r>
              <a:t>questions like "When will we run out?" and "Which products are aging?"</a:t>
            </a:r>
          </a:p>
          <a:p>
            <a:endParaRPr/>
          </a:p>
          <a:p>
            <a:r>
              <a:t>This system addresses that gap by integrating Business Intelligence directly </a:t>
            </a:r>
          </a:p>
          <a:p>
            <a:r>
              <a:t>into the core functionality. Every product has computed properties like </a:t>
            </a:r>
          </a:p>
          <a:p>
            <a:r>
              <a:t>profit_margin, days_in_stock, and health_score that update in real-time.</a:t>
            </a:r>
          </a:p>
          <a:p>
            <a:endParaRPr/>
          </a:p>
          <a:p>
            <a:r>
              <a:t>The technical architecture follows MVC with a Repository Pattern, all </a:t>
            </a:r>
          </a:p>
          <a:p>
            <a:r>
              <a:t>contained in a single main.py file of approximately 2,200 lines. This </a:t>
            </a:r>
          </a:p>
          <a:p>
            <a:r>
              <a:t>demonstrates that professional architecture doesn't require complex </a:t>
            </a:r>
          </a:p>
          <a:p>
            <a:r>
              <a:t>multi-file deployments.</a:t>
            </a:r>
          </a:p>
          <a:p>
            <a:endParaRPr/>
          </a:p>
          <a:p>
            <a:r>
              <a:t>The final deliverable is a 23MB standalone executable that runs on any </a:t>
            </a:r>
          </a:p>
          <a:p>
            <a:r>
              <a:t>Windows machine without requiring Python to be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me contrast the problems with our solutions:</a:t>
            </a:r>
          </a:p>
          <a:p>
            <a:endParaRPr/>
          </a:p>
          <a:p>
            <a:r>
              <a:t>PROBLEM 1: Data Entry Errors</a:t>
            </a:r>
          </a:p>
          <a:p>
            <a:r>
              <a:t>Traditional systems allow saving incomplete data. Our system uses a "Genius" </a:t>
            </a:r>
          </a:p>
          <a:p>
            <a:r>
              <a:t>validation trace — the Save button remains physically locked (greyed out) </a:t>
            </a:r>
          </a:p>
          <a:p>
            <a:r>
              <a:t>until SKU, Name, Price, and Quantity all pass validation. You literally </a:t>
            </a:r>
          </a:p>
          <a:p>
            <a:r>
              <a:t>cannot save bad data.</a:t>
            </a:r>
          </a:p>
          <a:p>
            <a:endParaRPr/>
          </a:p>
          <a:p>
            <a:r>
              <a:t>PROBLEM 2: No Early Warning</a:t>
            </a:r>
          </a:p>
          <a:p>
            <a:r>
              <a:t>Most systems show you're out of stock AFTER you're out. We calculate </a:t>
            </a:r>
          </a:p>
          <a:p>
            <a:r>
              <a:t>average daily sales velocity and predict when stockout will occur, giving </a:t>
            </a:r>
          </a:p>
          <a:p>
            <a:r>
              <a:t>you days or weeks of advance notice.</a:t>
            </a:r>
          </a:p>
          <a:p>
            <a:endParaRPr/>
          </a:p>
          <a:p>
            <a:r>
              <a:t>PROBLEM 3: Aging Inventory</a:t>
            </a:r>
          </a:p>
          <a:p>
            <a:r>
              <a:t>Products sitting for 90+ days lose value. Our system flags these with </a:t>
            </a:r>
          </a:p>
          <a:p>
            <a:r>
              <a:t>automatic aging alerts and reduces their Health Score.</a:t>
            </a:r>
          </a:p>
          <a:p>
            <a:endParaRPr/>
          </a:p>
          <a:p>
            <a:r>
              <a:t>PROBLEM 4: Manual Margin Calculation</a:t>
            </a:r>
          </a:p>
          <a:p>
            <a:r>
              <a:t>Every product automatically calculates profit_margin = (price - cost) / price. </a:t>
            </a:r>
          </a:p>
          <a:p>
            <a:r>
              <a:t>Low margin items (&lt;15%) are flagged for review.</a:t>
            </a:r>
          </a:p>
          <a:p>
            <a:endParaRPr/>
          </a:p>
          <a:p>
            <a:r>
              <a:t>PROBLEM 5: No Accountability</a:t>
            </a:r>
          </a:p>
          <a:p>
            <a:r>
              <a:t>Every Create, Update, Delete, Export, and Login is logged with the specific </a:t>
            </a:r>
          </a:p>
          <a:p>
            <a:r>
              <a:t>username and timestamp in the audit_logs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general objective is to create an inventory system that goes beyond </a:t>
            </a:r>
          </a:p>
          <a:p>
            <a:r>
              <a:t>simple tracking to provide actual business intelligence.</a:t>
            </a:r>
          </a:p>
          <a:p>
            <a:endParaRPr/>
          </a:p>
          <a:p>
            <a:r>
              <a:t>Let me explain each specific objective:</a:t>
            </a:r>
          </a:p>
          <a:p>
            <a:endParaRPr/>
          </a:p>
          <a:p>
            <a:r>
              <a:t>OBJECTIVE 1 - Real-Time Validation:</a:t>
            </a:r>
          </a:p>
          <a:p>
            <a:r>
              <a:t>Using tkinter's trace_add mechanism, every keystroke triggers validation. </a:t>
            </a:r>
          </a:p>
          <a:p>
            <a:r>
              <a:t>The Save button changes from grey (disabled) to green (enabled) only when </a:t>
            </a:r>
          </a:p>
          <a:p>
            <a:r>
              <a:t>all required fields are valid.</a:t>
            </a:r>
          </a:p>
          <a:p>
            <a:endParaRPr/>
          </a:p>
          <a:p>
            <a:r>
              <a:t>OBJECTIVE 2 - Predictive Restocking:</a:t>
            </a:r>
          </a:p>
          <a:p>
            <a:r>
              <a:t>The system calculates avg_daily_sales = total_sold / days_in_stock. Then </a:t>
            </a:r>
          </a:p>
          <a:p>
            <a:r>
              <a:t>days_to_stockout = quantity / avg_daily_sales. If this number drops below </a:t>
            </a:r>
          </a:p>
          <a:p>
            <a:r>
              <a:t>14, you get a warning.</a:t>
            </a:r>
          </a:p>
          <a:p>
            <a:endParaRPr/>
          </a:p>
          <a:p>
            <a:r>
              <a:t>OBJECTIVE 3 - Health Score:</a:t>
            </a:r>
          </a:p>
          <a:p>
            <a:r>
              <a:t>This is our signature feature. The score starts at 100 and deducts points:</a:t>
            </a:r>
          </a:p>
          <a:p>
            <a:r>
              <a:t>- Critical stock: -30 points</a:t>
            </a:r>
          </a:p>
          <a:p>
            <a:r>
              <a:t>- Low stock: -15 points  </a:t>
            </a:r>
          </a:p>
          <a:p>
            <a:r>
              <a:t>- Low margin (&lt;15%): -25 points</a:t>
            </a:r>
          </a:p>
          <a:p>
            <a:r>
              <a:t>- Aging &gt;90 days: -25 points</a:t>
            </a:r>
          </a:p>
          <a:p>
            <a:r>
              <a:t>- But high velocity (+1 sale/day) adds +10 points</a:t>
            </a:r>
          </a:p>
          <a:p>
            <a:endParaRPr/>
          </a:p>
          <a:p>
            <a:r>
              <a:t>OBJECTIVE 4 - RBAC:</a:t>
            </a:r>
          </a:p>
          <a:p>
            <a:r>
              <a:t>Admin can do everything including manage users. Manager can modify inventory </a:t>
            </a:r>
          </a:p>
          <a:p>
            <a:r>
              <a:t>but not manage users. Staff can only view — all modification buttons are </a:t>
            </a:r>
          </a:p>
          <a:p>
            <a:r>
              <a:t>disabled for them.</a:t>
            </a:r>
          </a:p>
          <a:p>
            <a:endParaRPr/>
          </a:p>
          <a:p>
            <a:r>
              <a:t>OBJECTIVE 5 - Hardware Adaptation:</a:t>
            </a:r>
          </a:p>
          <a:p>
            <a:r>
              <a:t>The window calculates 80% of screen_width and screen_height, clamped between </a:t>
            </a:r>
          </a:p>
          <a:p>
            <a:r>
              <a:t>1200x700 minimum and 1920x1080 maximum. DPI awareness is enabled via Windows </a:t>
            </a:r>
          </a:p>
          <a:p>
            <a:r>
              <a:t>ctypes API.</a:t>
            </a:r>
          </a:p>
          <a:p>
            <a:endParaRPr/>
          </a:p>
          <a:p>
            <a:r>
              <a:t>OBJECTIVE 6 - Zero-Tinker:</a:t>
            </a:r>
          </a:p>
          <a:p>
            <a:r>
              <a:t>When the .exe runs, it checks if data/, logs/, and assets/ exist. If not, </a:t>
            </a:r>
          </a:p>
          <a:p>
            <a:r>
              <a:t>it creates them. The database initializes automatically with default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be clear about what this system does and doesn't do.</a:t>
            </a:r>
          </a:p>
          <a:p>
            <a:endParaRPr/>
          </a:p>
          <a:p>
            <a:r>
              <a:t>SCOPE - What's Included:</a:t>
            </a:r>
          </a:p>
          <a:p>
            <a:r>
              <a:t>The system handles complete inventory management with Business Intelligence </a:t>
            </a:r>
          </a:p>
          <a:p>
            <a:r>
              <a:t>metrics. Multi-user support with three permission levels. BCrypt hashing </a:t>
            </a:r>
          </a:p>
          <a:p>
            <a:r>
              <a:t>makes passwords computationally infeasible to crack.</a:t>
            </a:r>
          </a:p>
          <a:p>
            <a:endParaRPr/>
          </a:p>
          <a:p>
            <a:r>
              <a:t>Smart Search uses fuzzy matching — typing "proc" finds "Processor" and </a:t>
            </a:r>
          </a:p>
          <a:p>
            <a:r>
              <a:t>"Processing Unit". Combined with category and status dropdown filters.</a:t>
            </a:r>
          </a:p>
          <a:p>
            <a:endParaRPr/>
          </a:p>
          <a:p>
            <a:r>
              <a:t>CSV export includes all BI columns: Health Score, Profit Margin %, Days </a:t>
            </a:r>
          </a:p>
          <a:p>
            <a:r>
              <a:t>in Stock, etc. Every action is logged in the audit trail.</a:t>
            </a:r>
          </a:p>
          <a:p>
            <a:endParaRPr/>
          </a:p>
          <a:p>
            <a:r>
              <a:t>LIMITATIONS - What's Not Included:</a:t>
            </a:r>
          </a:p>
          <a:p>
            <a:r>
              <a:t>This is a single-machine solution using SQLite. It's not designed for </a:t>
            </a:r>
          </a:p>
          <a:p>
            <a:r>
              <a:t>multi-location networks — that would require PostgreSQL or MySQL.</a:t>
            </a:r>
          </a:p>
          <a:p>
            <a:endParaRPr/>
          </a:p>
          <a:p>
            <a:r>
              <a:t>No cloud backup is built in, though you can manually copy the database file.</a:t>
            </a:r>
          </a:p>
          <a:p>
            <a:endParaRPr/>
          </a:p>
          <a:p>
            <a:r>
              <a:t>DPI awareness uses Windows-specific APIs. On Mac/Linux, it falls back to </a:t>
            </a:r>
          </a:p>
          <a:p>
            <a:r>
              <a:t>standard DPI handling.</a:t>
            </a:r>
          </a:p>
          <a:p>
            <a:endParaRPr/>
          </a:p>
          <a:p>
            <a:r>
              <a:t>Barcode scanner integration is planned for version 2.0.</a:t>
            </a:r>
          </a:p>
          <a:p>
            <a:endParaRPr/>
          </a:p>
          <a:p>
            <a:r>
              <a:t>The interface is English-only. Internationalization was considered but </a:t>
            </a:r>
          </a:p>
          <a:p>
            <a:r>
              <a:t>deemed out of scope for this version.</a:t>
            </a:r>
          </a:p>
          <a:p>
            <a:endParaRPr/>
          </a:p>
          <a:p>
            <a:r>
              <a:t>There's no Point-of-Sale module — this tracks inventory, not transactions.</a:t>
            </a:r>
          </a:p>
          <a:p>
            <a:endParaRPr/>
          </a:p>
          <a:p>
            <a:r>
              <a:t>Performance is optimized for up to ~10,000 products. Beyond that, you'd </a:t>
            </a:r>
          </a:p>
          <a:p>
            <a:r>
              <a:t>want database indexing upgrades.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 Flow Diagram shows how information moves through the system.</a:t>
            </a:r>
          </a:p>
          <a:p>
            <a:endParaRPr/>
          </a:p>
          <a:p>
            <a:r>
              <a:t>LEVEL 0 - Context Diagram:</a:t>
            </a:r>
          </a:p>
          <a:p>
            <a:r>
              <a:t>At the highest level, Users interact with the Inventory System, which </a:t>
            </a:r>
          </a:p>
          <a:p>
            <a:r>
              <a:t>reads/writes to the SQLite database and generates reports.</a:t>
            </a:r>
          </a:p>
          <a:p>
            <a:endParaRPr/>
          </a:p>
          <a:p>
            <a:r>
              <a:t>LEVEL 1 - Detailed Processes:</a:t>
            </a:r>
          </a:p>
          <a:p>
            <a:endParaRPr/>
          </a:p>
          <a:p>
            <a:r>
              <a:t>Process 1.0 AUTHENTICATE:</a:t>
            </a:r>
          </a:p>
          <a:p>
            <a:r>
              <a:t>The LoginView sends credentials to UserRepository. BCrypt.checkpw() </a:t>
            </a:r>
          </a:p>
          <a:p>
            <a:r>
              <a:t>compares the entered password against the stored hash. This is a one-way </a:t>
            </a:r>
          </a:p>
          <a:p>
            <a:r>
              <a:t>comparison — we never decrypt the password.</a:t>
            </a:r>
          </a:p>
          <a:p>
            <a:endParaRPr/>
          </a:p>
          <a:p>
            <a:r>
              <a:t>Process 2.0 AUTHORIZE:</a:t>
            </a:r>
          </a:p>
          <a:p>
            <a:r>
              <a:t>Once authenticated, the User object contains their role (admin/manager/staff). </a:t>
            </a:r>
          </a:p>
          <a:p>
            <a:r>
              <a:t>DashboardView evaluates this role to set self.can_modify and self.is_admin flags.</a:t>
            </a:r>
          </a:p>
          <a:p>
            <a:endParaRPr/>
          </a:p>
          <a:p>
            <a:r>
              <a:t>Process 3.0 LOAD DATA:</a:t>
            </a:r>
          </a:p>
          <a:p>
            <a:r>
              <a:t>ProductRepository.get_all() retrieves all products using the Repository </a:t>
            </a:r>
          </a:p>
          <a:p>
            <a:r>
              <a:t>Pattern. This abstracts SQL from the View layer.</a:t>
            </a:r>
          </a:p>
          <a:p>
            <a:endParaRPr/>
          </a:p>
          <a:p>
            <a:r>
              <a:t>Process 4.0 VALIDATE:</a:t>
            </a:r>
          </a:p>
          <a:p>
            <a:r>
              <a:t>Real-time validation using tkinter's trace_add. Every field change triggers </a:t>
            </a:r>
          </a:p>
          <a:p>
            <a:r>
              <a:t>_on_form_change() which enables/disables buttons.</a:t>
            </a:r>
          </a:p>
          <a:p>
            <a:endParaRPr/>
          </a:p>
          <a:p>
            <a:r>
              <a:t>Process 5.0 SAVE/UPDATE:</a:t>
            </a:r>
          </a:p>
          <a:p>
            <a:r>
              <a:t>When validation passes and user clicks Save, ProductRepository.create() or </a:t>
            </a:r>
          </a:p>
          <a:p>
            <a:r>
              <a:t>.update() executes the SQL transaction.</a:t>
            </a:r>
          </a:p>
          <a:p>
            <a:endParaRPr/>
          </a:p>
          <a:p>
            <a:r>
              <a:t>Process 6.0 LOG:</a:t>
            </a:r>
          </a:p>
          <a:p>
            <a:r>
              <a:t>AuditRepository.log() records every significant action with action type, </a:t>
            </a:r>
          </a:p>
          <a:p>
            <a:r>
              <a:t>entity, details, username, and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me walk through the key implementation decisions:</a:t>
            </a:r>
          </a:p>
          <a:p>
            <a:endParaRPr/>
          </a:p>
          <a:p>
            <a:r>
              <a:t>PYTHON 3.14:</a:t>
            </a:r>
          </a:p>
          <a:p>
            <a:r>
              <a:t>We use the latest Python with full type hinting. Every function has </a:t>
            </a:r>
          </a:p>
          <a:p>
            <a:r>
              <a:t>parameter types and return types specified. This enables IDE autocompletion </a:t>
            </a:r>
          </a:p>
          <a:p>
            <a:r>
              <a:t>and catches type errors early.</a:t>
            </a:r>
          </a:p>
          <a:p>
            <a:endParaRPr/>
          </a:p>
          <a:p>
            <a:r>
              <a:t>SQLITE WITH WAL MODE:</a:t>
            </a:r>
          </a:p>
          <a:p>
            <a:r>
              <a:t>Write-Ahead Logging allows concurrent reads while a write is in progress. </a:t>
            </a:r>
          </a:p>
          <a:p>
            <a:r>
              <a:t>This is critical for responsive UI — the dashboard can refresh while a </a:t>
            </a:r>
          </a:p>
          <a:p>
            <a:r>
              <a:t>save operation is happening.</a:t>
            </a:r>
          </a:p>
          <a:p>
            <a:endParaRPr/>
          </a:p>
          <a:p>
            <a:r>
              <a:t>Code: conn.execute("PRAGMA journal_mode=WAL")</a:t>
            </a:r>
          </a:p>
          <a:p>
            <a:endParaRPr/>
          </a:p>
          <a:p>
            <a:r>
              <a:t>BCRYPT 12 ROUNDS:</a:t>
            </a:r>
          </a:p>
          <a:p>
            <a:r>
              <a:t>Each password hash takes approximately 300ms to compute. This makes </a:t>
            </a:r>
          </a:p>
          <a:p>
            <a:r>
              <a:t>brute-force attacks take centuries. 12 rounds = 2^12 = 4,096 iterations.</a:t>
            </a:r>
          </a:p>
          <a:p>
            <a:endParaRPr/>
          </a:p>
          <a:p>
            <a:r>
              <a:t>Code: bcrypt.hashpw(password.encode(), bcrypt.gensalt(12))</a:t>
            </a:r>
          </a:p>
          <a:p>
            <a:endParaRPr/>
          </a:p>
          <a:p>
            <a:r>
              <a:t>TKINTER DARK THEME:</a:t>
            </a:r>
          </a:p>
          <a:p>
            <a:r>
              <a:t>Custom theme using Slate color palette from Tailwind CSS:</a:t>
            </a:r>
          </a:p>
          <a:p>
            <a:r>
              <a:t>- bg_primary: #0f172a (Slate 900)</a:t>
            </a:r>
          </a:p>
          <a:p>
            <a:r>
              <a:t>- accent: #3b82f6 (Blue 500)</a:t>
            </a:r>
          </a:p>
          <a:p>
            <a:r>
              <a:t>- success: #10b981 (Emerald 500)</a:t>
            </a:r>
          </a:p>
          <a:p>
            <a:endParaRPr/>
          </a:p>
          <a:p>
            <a:r>
              <a:t>HARDWARE ADAPTATION:</a:t>
            </a:r>
          </a:p>
          <a:p>
            <a:r>
              <a:t>Two-pronged approach:</a:t>
            </a:r>
          </a:p>
          <a:p>
            <a:r>
              <a:t>1. DPI Awareness via Windows API prevents blurry text on high-res displays</a:t>
            </a:r>
          </a:p>
          <a:p>
            <a:r>
              <a:t>2. Dynamic sizing calculates window dimensions as percentage of screen</a:t>
            </a:r>
          </a:p>
          <a:p>
            <a:endParaRPr/>
          </a:p>
          <a:p>
            <a:r>
              <a:t>PYINSTALLER:</a:t>
            </a:r>
          </a:p>
          <a:p>
            <a:r>
              <a:t>The final .exe bundles Python interpreter, all libraries, and main.py into </a:t>
            </a:r>
          </a:p>
          <a:p>
            <a:r>
              <a:t>a single 23MB file. No installation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two features I'm most proud of:</a:t>
            </a:r>
          </a:p>
          <a:p>
            <a:endParaRPr/>
          </a:p>
          <a:p>
            <a:r>
              <a:t>HEALTH SCORE ALGORITHM:</a:t>
            </a:r>
          </a:p>
          <a:p>
            <a:r>
              <a:t>This is a computed property on the Product dataclass. Every time you </a:t>
            </a:r>
          </a:p>
          <a:p>
            <a:r>
              <a:t>access product.health_score, it calculates fresh.</a:t>
            </a:r>
          </a:p>
          <a:p>
            <a:endParaRPr/>
          </a:p>
          <a:p>
            <a:r>
              <a:t>The algorithm:</a:t>
            </a:r>
          </a:p>
          <a:p>
            <a:r>
              <a:t>- Start with 100 points</a:t>
            </a:r>
          </a:p>
          <a:p>
            <a:r>
              <a:t>- If quantity &lt;= 2 (critical), subtract 30</a:t>
            </a:r>
          </a:p>
          <a:p>
            <a:r>
              <a:t>- If quantity &lt;= 5 (low), subtract 15</a:t>
            </a:r>
          </a:p>
          <a:p>
            <a:r>
              <a:t>- If profit_margin &lt; 15%, subtract 25</a:t>
            </a:r>
          </a:p>
          <a:p>
            <a:r>
              <a:t>- If not sold in 90+ days (aging), subtract 25</a:t>
            </a:r>
          </a:p>
          <a:p>
            <a:r>
              <a:t>- If selling more than 1 unit per day, add 10 bonus points</a:t>
            </a:r>
          </a:p>
          <a:p>
            <a:endParaRPr/>
          </a:p>
          <a:p>
            <a:r>
              <a:t>This gives you instant visual indication: a product scoring 40/100 needs </a:t>
            </a:r>
          </a:p>
          <a:p>
            <a:r>
              <a:t>attention immediately.</a:t>
            </a:r>
          </a:p>
          <a:p>
            <a:endParaRPr/>
          </a:p>
          <a:p>
            <a:r>
              <a:t>REAL-TIME VALIDATION TRACE:</a:t>
            </a:r>
          </a:p>
          <a:p>
            <a:r>
              <a:t>Using tkinter's trace_add mechanism, we attach callbacks to StringVar </a:t>
            </a:r>
          </a:p>
          <a:p>
            <a:r>
              <a:t>objects. Every character typed triggers _on_form_change().</a:t>
            </a:r>
          </a:p>
          <a:p>
            <a:endParaRPr/>
          </a:p>
          <a:p>
            <a:r>
              <a:t>This function checks:</a:t>
            </a:r>
          </a:p>
          <a:p>
            <a:r>
              <a:t>- SKU not empty and alphanumeric</a:t>
            </a:r>
          </a:p>
          <a:p>
            <a:r>
              <a:t>- Name not empty</a:t>
            </a:r>
          </a:p>
          <a:p>
            <a:r>
              <a:t>- Price is valid decimal &gt;= 0</a:t>
            </a:r>
          </a:p>
          <a:p>
            <a:r>
              <a:t>- Quantity is valid integer &gt;= 0</a:t>
            </a:r>
          </a:p>
          <a:p>
            <a:endParaRPr/>
          </a:p>
          <a:p>
            <a:r>
              <a:t>Only when ALL conditions pass does the button enable.</a:t>
            </a:r>
          </a:p>
          <a:p>
            <a:endParaRPr/>
          </a:p>
          <a:p>
            <a:r>
              <a:t>For Staff users, there's an additional check: if not self.can_modify, </a:t>
            </a:r>
          </a:p>
          <a:p>
            <a:r>
              <a:t>the buttons stay disabled regardless of validation. This is RBAC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conducted practical testing to verify the system works as designed.</a:t>
            </a:r>
          </a:p>
          <a:p>
            <a:endParaRPr/>
          </a:p>
          <a:p>
            <a:r>
              <a:t>HARDWARE ADAPTATION TESTING:</a:t>
            </a:r>
          </a:p>
          <a:p>
            <a:r>
              <a:t>On a standard 1920x1080 desktop, the window calculated 1536x864 (80%) </a:t>
            </a:r>
          </a:p>
          <a:p>
            <a:r>
              <a:t>and centered perfectly.</a:t>
            </a:r>
          </a:p>
          <a:p>
            <a:endParaRPr/>
          </a:p>
          <a:p>
            <a:r>
              <a:t>On a smaller 1366x768 laptop, the 80% calculation would give 1092x614, </a:t>
            </a:r>
          </a:p>
          <a:p>
            <a:r>
              <a:t>but our minimum clamp raised it to 1200x700.</a:t>
            </a:r>
          </a:p>
          <a:p>
            <a:endParaRPr/>
          </a:p>
          <a:p>
            <a:r>
              <a:t>On a 4K display at 3840x2160, the 80% calculation gives 3072x1728, but </a:t>
            </a:r>
          </a:p>
          <a:p>
            <a:r>
              <a:t>our maximum clamp limited it to 1920x1080. The DPI awareness ensured </a:t>
            </a:r>
          </a:p>
          <a:p>
            <a:r>
              <a:t>text remained crisp.</a:t>
            </a:r>
          </a:p>
          <a:p>
            <a:endParaRPr/>
          </a:p>
          <a:p>
            <a:r>
              <a:t>ZERO-TINKER PORTABILITY:</a:t>
            </a:r>
          </a:p>
          <a:p>
            <a:r>
              <a:t>The critical test: I copied just the .exe file to a USB drive, plugged </a:t>
            </a:r>
          </a:p>
          <a:p>
            <a:r>
              <a:t>it into three different computers, and ran it on each.</a:t>
            </a:r>
          </a:p>
          <a:p>
            <a:endParaRPr/>
          </a:p>
          <a:p>
            <a:r>
              <a:t>Each machine had no prior data. The application:</a:t>
            </a:r>
          </a:p>
          <a:p>
            <a:r>
              <a:t>1. Detected missing data/ folder</a:t>
            </a:r>
          </a:p>
          <a:p>
            <a:r>
              <a:t>2. Created data/ folder</a:t>
            </a:r>
          </a:p>
          <a:p>
            <a:r>
              <a:t>3. Created inventory.db with full schema</a:t>
            </a:r>
          </a:p>
          <a:p>
            <a:r>
              <a:t>4. Created default admin user</a:t>
            </a:r>
          </a:p>
          <a:p>
            <a:r>
              <a:t>5. Launched successfully</a:t>
            </a:r>
          </a:p>
          <a:p>
            <a:endParaRPr/>
          </a:p>
          <a:p>
            <a:r>
              <a:t>This proves true plug-and-play deployment.</a:t>
            </a:r>
          </a:p>
          <a:p>
            <a:endParaRPr/>
          </a:p>
          <a:p>
            <a:r>
              <a:t>SECURITY VERIFICATION:</a:t>
            </a:r>
          </a:p>
          <a:p>
            <a:r>
              <a:t>I opened the SQLite database with a database browser and confirmed:</a:t>
            </a:r>
          </a:p>
          <a:p>
            <a:r>
              <a:t>- Password hashes are BCrypt format ($2b$12$...)</a:t>
            </a:r>
          </a:p>
          <a:p>
            <a:r>
              <a:t>- No plaintext passwords anywhere</a:t>
            </a:r>
          </a:p>
          <a:p>
            <a:r>
              <a:t>- Audit logs capture all actions with timestamps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recap what we've accomplished:</a:t>
            </a:r>
          </a:p>
          <a:p>
            <a:endParaRPr/>
          </a:p>
          <a:p>
            <a:r>
              <a:t>ZERO-TINKER PORTABILITY:</a:t>
            </a:r>
          </a:p>
          <a:p>
            <a:r>
              <a:t>The system creates its own data/, logs/, and assets/ directories. The </a:t>
            </a:r>
          </a:p>
          <a:p>
            <a:r>
              <a:t>database initializes with schema and default admin. No configuration </a:t>
            </a:r>
          </a:p>
          <a:p>
            <a:r>
              <a:t>files, no installation wizards, no IT department needed.</a:t>
            </a:r>
          </a:p>
          <a:p>
            <a:endParaRPr/>
          </a:p>
          <a:p>
            <a:r>
              <a:t>BUSINESS INTELLIGENCE:</a:t>
            </a:r>
          </a:p>
          <a:p>
            <a:r>
              <a:t>Every product automatically calculates profit_margin, days_in_stock, </a:t>
            </a:r>
          </a:p>
          <a:p>
            <a:r>
              <a:t>avg_daily_sales, and health_score. These aren't static fields — they're </a:t>
            </a:r>
          </a:p>
          <a:p>
            <a:r>
              <a:t>computed properties that update in real-time.</a:t>
            </a:r>
          </a:p>
          <a:p>
            <a:endParaRPr/>
          </a:p>
          <a:p>
            <a:r>
              <a:t>ENTERPRISE SECURITY:</a:t>
            </a:r>
          </a:p>
          <a:p>
            <a:r>
              <a:t>Passwords are hashed with BCrypt 12 rounds. Three permission levels </a:t>
            </a:r>
          </a:p>
          <a:p>
            <a:r>
              <a:t>enforce what each user can do. Every action is logged with username </a:t>
            </a:r>
          </a:p>
          <a:p>
            <a:r>
              <a:t>and timestamp for full accountability.</a:t>
            </a:r>
          </a:p>
          <a:p>
            <a:endParaRPr/>
          </a:p>
          <a:p>
            <a:r>
              <a:t>HARDWARE ADAPTATION:</a:t>
            </a:r>
          </a:p>
          <a:p>
            <a:r>
              <a:t>The application looks great whether you're on a 720p laptop or a 4K </a:t>
            </a:r>
          </a:p>
          <a:p>
            <a:r>
              <a:t>monitor. DPI awareness ensures crisp text, and dynamic sizing ensures </a:t>
            </a:r>
          </a:p>
          <a:p>
            <a:r>
              <a:t>no clipping or overlap.</a:t>
            </a:r>
          </a:p>
          <a:p>
            <a:endParaRPr/>
          </a:p>
          <a:p>
            <a:r>
              <a:t>GENIUS VALIDATION:</a:t>
            </a:r>
          </a:p>
          <a:p>
            <a:r>
              <a:t>It is literally impossible to save a product with invalid data. The </a:t>
            </a:r>
          </a:p>
          <a:p>
            <a:r>
              <a:t>Save button doesn't just show an error — it remains physically disabled </a:t>
            </a:r>
          </a:p>
          <a:p>
            <a:r>
              <a:t>until all validation passes.</a:t>
            </a:r>
          </a:p>
          <a:p>
            <a:endParaRPr/>
          </a:p>
          <a:p>
            <a:r>
              <a:t>The entire system is contained in one main.py file of about 2,200 lines, </a:t>
            </a:r>
          </a:p>
          <a:p>
            <a:r>
              <a:t>demonstrating that professional architecture doesn't require complex </a:t>
            </a:r>
          </a:p>
          <a:p>
            <a:r>
              <a:t>multi-file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Looking ahead, here's what version 2.0 could include:</a:t>
            </a:r>
          </a:p>
          <a:p>
            <a:endParaRPr/>
          </a:p>
          <a:p>
            <a:r>
              <a:t>BARCODE SCANNER:</a:t>
            </a:r>
          </a:p>
          <a:p>
            <a:r>
              <a:t>USB barcode scanners send keystrokes. We could capture these in the SKU </a:t>
            </a:r>
          </a:p>
          <a:p>
            <a:r>
              <a:t>field and auto-lookup product details.</a:t>
            </a:r>
          </a:p>
          <a:p>
            <a:endParaRPr/>
          </a:p>
          <a:p>
            <a:r>
              <a:t>CLOUD SYNC:</a:t>
            </a:r>
          </a:p>
          <a:p>
            <a:r>
              <a:t>Using the Google Drive or Dropbox API, we could offer optional backup </a:t>
            </a:r>
          </a:p>
          <a:p>
            <a:r>
              <a:t>and even multi-location synchronization.</a:t>
            </a:r>
          </a:p>
          <a:p>
            <a:endParaRPr/>
          </a:p>
          <a:p>
            <a:r>
              <a:t>POINT-OF-SALE:</a:t>
            </a:r>
          </a:p>
          <a:p>
            <a:r>
              <a:t>A dedicated sales recording module would automatically deduct inventory </a:t>
            </a:r>
          </a:p>
          <a:p>
            <a:r>
              <a:t>when items are sold, improving the velocity calculations.</a:t>
            </a:r>
          </a:p>
          <a:p>
            <a:endParaRPr/>
          </a:p>
          <a:p>
            <a:r>
              <a:t>MOBILE COMPANION:</a:t>
            </a:r>
          </a:p>
          <a:p>
            <a:r>
              <a:t>A simple mobile app that connects to the database (perhaps via a REST </a:t>
            </a:r>
          </a:p>
          <a:p>
            <a:r>
              <a:t>API layer) would let staff check stock while on the sales floor.</a:t>
            </a:r>
          </a:p>
          <a:p>
            <a:endParaRPr/>
          </a:p>
          <a:p>
            <a:r>
              <a:t>ADVANCED ANALYTICS:</a:t>
            </a:r>
          </a:p>
          <a:p>
            <a:r>
              <a:t>Graphical charts showing sales trends, seasonal patterns, and demand </a:t>
            </a:r>
          </a:p>
          <a:p>
            <a:r>
              <a:t>forecasting would take the BI to the next level.</a:t>
            </a:r>
          </a:p>
          <a:p>
            <a:endParaRPr/>
          </a:p>
          <a:p>
            <a:r>
              <a:t>FOR ANYONE ADOPTING THIS SYSTEM:</a:t>
            </a:r>
          </a:p>
          <a:p>
            <a:r>
              <a:t>- Make regular backups of the inventory.db file</a:t>
            </a:r>
          </a:p>
          <a:p>
            <a:r>
              <a:t>- Review the audit logs periodically for accountability</a:t>
            </a:r>
          </a:p>
          <a:p>
            <a:r>
              <a:t>- Ensure staff understand they have view-only access and why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your attention.</a:t>
            </a:r>
          </a:p>
          <a:p>
            <a:endParaRPr/>
          </a:p>
          <a:p>
            <a:r>
              <a:t>To summarize in one sentence: The Inventory System v1.0.0 proves that </a:t>
            </a:r>
          </a:p>
          <a:p>
            <a:r>
              <a:t>sophisticated Business Intelligence, enterprise security, and professional </a:t>
            </a:r>
          </a:p>
          <a:p>
            <a:r>
              <a:t>architecture can be delivered in a single Python file that runs on any </a:t>
            </a:r>
          </a:p>
          <a:p>
            <a:r>
              <a:t>Windows machine without installation.</a:t>
            </a:r>
          </a:p>
          <a:p>
            <a:endParaRPr/>
          </a:p>
          <a:p>
            <a:r>
              <a:t>I'm now happy to answer any questions about the implementation, the </a:t>
            </a:r>
          </a:p>
          <a:p>
            <a:r>
              <a:t>technical decisions, or the Business Intelligence features.</a:t>
            </a:r>
          </a:p>
          <a:p>
            <a:endParaRPr/>
          </a:p>
          <a:p>
            <a:r>
              <a:t>If you'd like to test the system, the .exe is included in the submission </a:t>
            </a:r>
          </a:p>
          <a:p>
            <a:r>
              <a:t>zip — just double-click to run. Default login is admin / admin123.</a:t>
            </a:r>
          </a:p>
          <a:p>
            <a:endParaRPr/>
          </a:p>
          <a:p>
            <a:r>
              <a:t>Thank you, Professor Tarrazona.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INVENTORY SYSTEM v1.0.0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Enterprise Inventory Management with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Kenny Ray M. Tadena  |  IT5L (2868)  |  Prof. Modesto C. Tarrazona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Computer parts retail requires precise, real-time inventory tracking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Traditional systems track quantities but lack predictive intelligence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This system combines CRUD operations with Business Intelligence (BI)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Single-file Python application (~2,200 lines) with MVC architecture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Deployable as standalone .exe — no Python installation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📷 [Screenshot: Main Dashboard with dark theme]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2. Statement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❌ Manual Inventory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Data entry errors (negative quantities, missing SKUs)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No early warning for stockouts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Aging inventory goes undetected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Profit margins calculated manually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No accountability — who changed what?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✅ 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Real-Time Validation Trace locks Save until valid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Predictive restocking with days-to-stockout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Aging alerts for products &gt;90 days unsold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Automatic profit margin calculation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Full audit trail with usernames &amp; timestamps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25400" cy="4572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3. Objectives of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GENERAL: Develop BI-enabled inventory management for computer retailers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/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SPECIFIC OBJECTIVES: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1. Implement Real-Time Validation Trace to eliminate data errors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2. Develop Predictive Restocking with days-to-stockout calculation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3. Create Health Score Algorithm (0-100) synthesizing stock, margin, aging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4. Establish RBAC with 3 roles: Admin, Manager, Staff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5. Achieve Hardware-Adaptive UI (80% screen sizing + DPI awareness)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6. Deliver Zero-Tinker Portability (auto-initialize directories)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📷 [Diagram: Health Score formula visualization]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4. Scope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✅ SCOPE (Included)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Full CRUD for products with BI metrics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Multi-user authentication (Admin/Manager/Staff)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BCrypt password hashing (12 rounds)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Smart Search with fuzzy matching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Category &amp; status filtering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CSV export with BI columns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Comprehensive audit logging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Product image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⚠️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Single-machine database (SQLite)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No cloud synchronization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Windows-optimized DPI (basic on Mac/Linux)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No barcode scanner integration (v2.0)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English-only interface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No POS/sales recording module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Maximum ~10,000 products recommended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25400" cy="4572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5. Data Flow Diagram (DFD)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LEVEL 0 (Context): User ↔ Inventory System ↔ Database/Reports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/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LEVEL 1 (Detailed):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1.0 AUTHENTICATE → BCrypt password verification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2.0 AUTHORIZE → RBAC permission evaluation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3.0 LOAD DATA → Repository Pattern fetches from 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4.0 VALIDATE → Real-time form field 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5.0 SAVE/UPDATE → CRUD operations via ProductRepository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6.0 LOG → AuditRepository records all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📷 [DFD Diagram: See PROJECT_DOCUMENT.md Section 11]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6. 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LANGUAGE: Python 3.14 with type hints throughout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DATABASE: SQLite with WAL mode for concurrent reads/writes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SECURITY: BCrypt 12 rounds + RBAC + audit logging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UI: Tkinter with custom dark theme (Slate palette)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HARDWARE ADAPTATION: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• DPI Awareness: SetProcessDpiAwareness(2) via ctypes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t>     • Dynamic Sizing: 80% of screen, clamped 1200x700 to 1920x1080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t>• BUILD: PyInstaller → 23MB standalone .exe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📷 [Code snippet: DPI awareness and dynamic sizing]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6b. Genius Features: Health Score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🧠 Health Score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Score starts at 100 points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Critical stock: -30 pts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Low stock: -15 pts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Low margin (&lt;15%): -25 pts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Aging (&gt;90 days): -25 pts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High velocity: +10 pts 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✨ Real-Time Validation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Save button LOCKED by default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trace_add monitors every keystroke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_on_form_change() evaluates validity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Button unlocks when ALL valid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Visual feedback: grey → green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8FAFC"/>
                </a:solidFill>
              </a:defRPr>
            </a:pPr>
            <a:r>
              <a:t>• Staff users: permanently locked (RBAC)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25400" cy="4572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7. Survey / Feedback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USABILITY TESTING conducted on 3 different machines: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Desktop (1920×1080): Window sized to 1536×864 ✓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Laptop (1366×768): Window clamped to minimum 1200×700 ✓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4K Monitor (3840×2160): DPI-crisp, capped at 1920×1080 ✓</a:t>
            </a:r>
            <a:endParaRPr lang="en-US"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endParaRPr lang="en-PH" dirty="0"/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ZERO-TINKER TEST: Copied .exe to USB, ran on 3 PCs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→ All machines auto-created data/</a:t>
            </a:r>
            <a:r>
              <a:rPr dirty="0" err="1"/>
              <a:t>inventory.db</a:t>
            </a:r>
            <a:r>
              <a:rPr dirty="0"/>
              <a:t> successfully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SECURITY TEST: Verified </a:t>
            </a:r>
            <a:r>
              <a:rPr dirty="0" err="1"/>
              <a:t>BCrypt</a:t>
            </a:r>
            <a:r>
              <a:rPr dirty="0"/>
              <a:t> hashes, no plaintext passwords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📷 [Table: Machine specs and test results]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8. Summary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✅ ACHIEVED: Zero-Tinker Portability — runs on any Windows PC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✅ ACHIEVED: Business Intelligence — Health Scores, Margin Analysis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✅ ACHIEVED: Enterprise Security — </a:t>
            </a:r>
            <a:r>
              <a:rPr dirty="0" err="1"/>
              <a:t>BCrypt</a:t>
            </a:r>
            <a:r>
              <a:rPr dirty="0"/>
              <a:t> + RBAC + Audit Trail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✅ ACHIEVED: Hardware Adaptation — DPI + 80% sizing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✅ ACHIEVED: Genius Validation — impossible to save invalid data</a:t>
            </a:r>
            <a:endParaRPr lang="en-PH" dirty="0"/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📷 [Screenshot: Final dashboard with products]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9. Recommendations for Future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500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VERSION 2.0 ROADMAP: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1. Barcode Scanner Integration — USB scanner for rapid SKU entry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2. Cloud Sync — Optional backup to Google Drive / Dropbox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3. Point-of-Sale Module — Record sales, auto-deduct inventory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4. Mobile Companion — Check stock from the floor via phone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5. Advanced Analytics — Graphical trends, seasonal forecasting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• FOR ADOPTERS: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• Backup data/</a:t>
            </a:r>
            <a:r>
              <a:rPr dirty="0" err="1"/>
              <a:t>inventory.db</a:t>
            </a:r>
            <a:r>
              <a:rPr dirty="0"/>
              <a:t> regularly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• Review audit logs weekly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     • Train staff on view-only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📷 [Roadmap diagram showing v1.0 → v2.0 features]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Kenny Ray M. Tadena  |  IT5L (2868)  |  Prof. Modesto C. Tarrazona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3299</Words>
  <Application>Microsoft Office PowerPoint</Application>
  <PresentationFormat>Widescreen</PresentationFormat>
  <Paragraphs>438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2026-03-12T06:07:55Z</dcterms:modified>
  <cp:category/>
</cp:coreProperties>
</file>